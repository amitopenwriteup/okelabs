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63440" y="210312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Cloud Infrastructure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(OCIR)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663440" y="37033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repository management, and image lifecycle — create, push, pull, and manage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OCIR?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(now OCI Container Registry) is Oracle's fully managed Docker-compatible registry service for storing and sharing container images across your OCI tenancy.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to patch or scale — Oracle operates the registry service.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Compatible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standard docker CLI: login, tag, push, pull.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Integrated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via OCI IAM policies and compartments.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438912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Endpoints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4709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has its own registry URL, e.g. iad.ocir.io.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OCIR Images: Key Concepts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service endpoint, e.g. iad.ocir.io, phx.ocir.io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0487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404872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collection of related images, e.g. myapp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1064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1810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11810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container image: repository + tag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3133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831336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on an image version, e.g. 1.0, latest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11064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4456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544568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used instead of a password for docker login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5780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525780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 Private — controls unauthenticated pulls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path format:  &lt;region-key&gt;.ocir.io/&lt;tenancy-namespace&gt;/&lt;repository-name&gt;:&lt;tag&gt;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OCIR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OCIR Image Lifecycle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operations you'll perform when managing images in OCIR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3291840"/>
          </a:xfrm>
          <a:prstGeom prst="rect">
            <a:avLst/>
          </a:prstGeom>
          <a:solidFill>
            <a:srgbClr val="EA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named repository in a compartment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46888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977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and docker push local images to OCIR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2468880" cy="3291840"/>
          </a:xfrm>
          <a:prstGeom prst="rect">
            <a:avLst/>
          </a:prstGeom>
          <a:solidFill>
            <a:srgbClr val="EA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3977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by tag or immutable digest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286000"/>
            <a:ext cx="246888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0976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Images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0" y="3977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list, set visibility, retention, 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463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4634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696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4634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private repository in the Console before pushing any images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the Console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Developer Services &gt; Container Registry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repository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compartment, name, and Private visibility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Auth Token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187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Settings &gt; Auth Tokens &gt; Generate Token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103120"/>
            <a:ext cx="5669280" cy="2642616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52120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Console: Developer 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Container Registry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Create 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devops-lab/myapp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User Settings &gt; Auth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 Token (copy once!)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Images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Docker, tag the image for OCIR, then push it to the repository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OCIR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tenancy-namespace/username and the auth token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local image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tag at the full OCIR repository path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OCIR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187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image layers to the repository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103120"/>
            <a:ext cx="5669280" cy="2642616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52120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login iad.ocir.io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mytenancy/john.doe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tag nginx:latest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iad.ocir.io/mytenancy/devops-lab/myapp:1.0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push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iad.ocir.io/mytenancy/devops-lab/myapp:1.0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Images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images from OCIR by tag or by immutable digest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by tag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latest image behind that tag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by digest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exact same image bytes every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pulled image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187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container starts correctly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103120"/>
            <a:ext cx="5669280" cy="2642616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52120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pull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iad.ocir.io/mytenancy/devops-lab/myapp:1.0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pull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iad.ocir.io/.../myapp@sha256:&lt;digest&gt;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-p 8080:80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iad.ocir.io/mytenancy/devops-lab/myapp:1.0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Management Tasks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list, secure, and clean up images and repositories in OCIR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list tags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additional tags; review versions in Console or CLI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visibility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repository between Private and Public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&amp; retain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187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old tags; apply a retention policy for cleanup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103120"/>
            <a:ext cx="5669280" cy="2642616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52120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tag myapp:1.0 myapp:latest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oci artifacts container image 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Edit 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Visibility: Public / Private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oci artifacts container image 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Retention Policies &gt; Create Policy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Lab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463040"/>
            <a:ext cx="12188952" cy="18288"/>
          </a:xfrm>
          <a:prstGeom prst="rect">
            <a:avLst/>
          </a:prstGeom>
          <a:solidFill>
            <a:srgbClr val="3A457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128016" cy="12801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190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is Oracle's managed, Docker-compatible container registry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334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registry, repository, image, tag, and auth token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478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create repository → push → pull → manage images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622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tasks include tagging, visibility, retention, and deletion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2026-08-18T12:52:45Z</dcterms:created>
  <dcterms:modified xsi:type="dcterms:W3CDTF">2026-08-18T12:52:45Z</dcterms:modified>
</cp:coreProperties>
</file>